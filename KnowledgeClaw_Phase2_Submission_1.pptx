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CLAW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CF0"/>
                </a:solidFill>
              </a:rPr>
              <a:t>Engineering memory that warns before context gets lost.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</a:rPr>
              <a:t>GitHub ingestion  ·  Groq extraction  ·  ChromaDB memory  ·  React dashboard  ·  OpenClaw WhatsApp alerts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3182112"/>
            <a:ext cx="1920240" cy="1051560"/>
          </a:xfrm>
          <a:prstGeom prst="rect">
            <a:avLst/>
          </a:prstGeom>
          <a:solidFill>
            <a:srgbClr val="0F2A48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227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14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seed memories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3182112"/>
            <a:ext cx="1920240" cy="1051560"/>
          </a:xfrm>
          <a:prstGeom prst="rect">
            <a:avLst/>
          </a:prstGeom>
          <a:solidFill>
            <a:srgbClr val="0F2A48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227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critical risks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3182112"/>
            <a:ext cx="1920240" cy="1051560"/>
          </a:xfrm>
          <a:prstGeom prst="rect">
            <a:avLst/>
          </a:prstGeom>
          <a:solidFill>
            <a:srgbClr val="0F2A48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227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0916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demo views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12280" y="3182112"/>
            <a:ext cx="1920240" cy="1051560"/>
          </a:xfrm>
          <a:prstGeom prst="rect">
            <a:avLst/>
          </a:prstGeom>
          <a:solidFill>
            <a:srgbClr val="0F2A48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3227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proactive alert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80"/>
                </a:solidFill>
              </a:rPr>
              <a:t>Samsung PRISM  ·  Phase 2 Submission  ·  Productivity Platforms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02 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Teams don't lose code first.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D4AA"/>
                </a:solidFill>
              </a:rPr>
              <a:t>They lose the reasons behind the code.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2743200" cy="2331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64208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is scattered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Decisions live across commits, PRs, issues, chats, and memory — with no single source of truth.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664208"/>
            <a:ext cx="2743200" cy="2331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664208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2128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Onboarding is slow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New teammates learn what exists before they learn why it exists — burning days on archaeology.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664208"/>
            <a:ext cx="2743200" cy="2331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664208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22128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hides in ownership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A critical module can depend entirely on one person's memory. When they leave, that context is gone.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133088"/>
            <a:ext cx="8321040" cy="621792"/>
          </a:xfrm>
          <a:prstGeom prst="rect">
            <a:avLst/>
          </a:prstGeom>
          <a:solidFill>
            <a:srgbClr val="08223A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3308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7C0"/>
                </a:solidFill>
              </a:rPr>
              <a:t>Developer asks: </a:t>
            </a:r>
            <a:pPr indent="0" marL="0">
              <a:buNone/>
            </a:pPr>
            <a:r>
              <a:rPr lang="en-US" sz="1150" b="1" i="1" dirty="0">
                <a:solidFill>
                  <a:srgbClr val="FFB347"/>
                </a:solidFill>
              </a:rPr>
              <a:t>"Before I edit auth/middleware.js — what should I know?"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919472"/>
            <a:ext cx="8321040" cy="0"/>
          </a:xfrm>
          <a:prstGeom prst="line">
            <a:avLst/>
          </a:prstGeom>
          <a:noFill/>
          <a:ln w="1016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5A80"/>
                </a:solidFill>
              </a:rPr>
              <a:t>KnowledgeClaw  ·  Phase 2 Submission  ·  Akshit + Ishita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03 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KnowledgeClaw converts GitHub history into durable, source-backed team memory.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20240" cy="1188720"/>
          </a:xfrm>
          <a:prstGeom prst="rect">
            <a:avLst/>
          </a:prstGeom>
          <a:solidFill>
            <a:srgbClr val="0D264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813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GitHub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CF0"/>
                </a:solidFill>
              </a:rPr>
              <a:t>commits, PRs,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CF0"/>
                </a:solidFill>
              </a:rPr>
              <a:t>issues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3172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920240" cy="1188720"/>
          </a:xfrm>
          <a:prstGeom prst="rect">
            <a:avLst/>
          </a:prstGeom>
          <a:solidFill>
            <a:srgbClr val="0D264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4813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Groq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CF0"/>
                </a:solidFill>
              </a:rPr>
              <a:t>decision, rationale,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CF0"/>
                </a:solidFill>
              </a:rPr>
              <a:t>module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628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1920240" cy="1188720"/>
          </a:xfrm>
          <a:prstGeom prst="rect">
            <a:avLst/>
          </a:prstGeom>
          <a:solidFill>
            <a:srgbClr val="0D264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4813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CF0"/>
                </a:solidFill>
              </a:rPr>
              <a:t>durable 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CF0"/>
                </a:solidFill>
              </a:rPr>
              <a:t>memory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2084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95160" y="1417320"/>
            <a:ext cx="1920240" cy="1188720"/>
          </a:xfrm>
          <a:prstGeom prst="rect">
            <a:avLst/>
          </a:prstGeom>
          <a:solidFill>
            <a:srgbClr val="0D264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4813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React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OpenClaw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CF0"/>
                </a:solidFill>
              </a:rPr>
              <a:t>search, map,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CF0"/>
                </a:solidFill>
              </a:rPr>
              <a:t>alert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834640"/>
            <a:ext cx="274320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834640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🔍  ASK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" y="33375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Why did we choose JWT?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Answer with author, rationale, module, and source — not hallucination.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834640"/>
            <a:ext cx="274320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834640"/>
            <a:ext cx="274320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🗺️  INSPECT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47288" y="33375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Knowledge Map + Bus Factor reveal where decisions and ownership concentrate.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834640"/>
            <a:ext cx="274320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2834640"/>
            <a:ext cx="27432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🔔  WARN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73368" y="33375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OpenClaw sends a WhatsApp alert before a risky auth change is committed.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919472"/>
            <a:ext cx="8321040" cy="0"/>
          </a:xfrm>
          <a:prstGeom prst="line">
            <a:avLst/>
          </a:prstGeom>
          <a:noFill/>
          <a:ln w="1016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5A80"/>
                </a:solidFill>
              </a:rPr>
              <a:t>KnowledgeClaw  ·  Phase 2 Submission  ·  Akshit + Ishita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04  USER JOURNEY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One developer. One question. One minute.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7C0"/>
                </a:solidFill>
              </a:rPr>
              <a:t>The demo proves the full loop: question → evidence → map → risk → alert.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3931920" cy="1463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502920" cy="1463040"/>
          </a:xfrm>
          <a:prstGeom prst="rect">
            <a:avLst/>
          </a:prstGeom>
          <a:solidFill>
            <a:srgbClr val="091E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Ask: "Why JWT?"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350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Answer grounded in retrieved memory with source, author, and date.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572768"/>
            <a:ext cx="3931920" cy="1463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572768"/>
            <a:ext cx="502920" cy="1463040"/>
          </a:xfrm>
          <a:prstGeom prst="rect">
            <a:avLst/>
          </a:prstGeom>
          <a:solidFill>
            <a:srgbClr val="091E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🗺️  Map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Open Knowledge 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2350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Modules and contributing authors become visible at a glance.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3931920" cy="1463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46120"/>
            <a:ext cx="502920" cy="1463040"/>
          </a:xfrm>
          <a:prstGeom prst="rect">
            <a:avLst/>
          </a:prstGeom>
          <a:solidFill>
            <a:srgbClr val="091E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 Risk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Open Bus Factor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Single-owner modules ranked by criticality and change frequency.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3246120"/>
            <a:ext cx="3931920" cy="1463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246120"/>
            <a:ext cx="502920" cy="1463040"/>
          </a:xfrm>
          <a:prstGeom prst="rect">
            <a:avLst/>
          </a:prstGeom>
          <a:solidFill>
            <a:srgbClr val="091E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📲  Alert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Simulate auth change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4023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WhatsApp warning sent live. Proof on screen.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919472"/>
            <a:ext cx="8321040" cy="0"/>
          </a:xfrm>
          <a:prstGeom prst="line">
            <a:avLst/>
          </a:prstGeom>
          <a:noFill/>
          <a:ln w="1016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5A80"/>
                </a:solidFill>
              </a:rPr>
              <a:t>KnowledgeClaw  ·  Phase 2 Submission  ·  Akshit + Ishita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05 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retrieval pipeline with an action layer — not a static dashboard.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508760" cy="914400"/>
          </a:xfrm>
          <a:prstGeom prst="rect">
            <a:avLst/>
          </a:prstGeom>
          <a:solidFill>
            <a:srgbClr val="24292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533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</a:rPr>
              <a:t>GitHub API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7C0"/>
                </a:solidFill>
              </a:rPr>
              <a:t>repo activity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8308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1298448"/>
            <a:ext cx="1508760" cy="914400"/>
          </a:xfrm>
          <a:prstGeom prst="rect">
            <a:avLst/>
          </a:prstGeom>
          <a:solidFill>
            <a:srgbClr val="0D26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3533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</a:rPr>
              <a:t>Ingester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11680" y="17556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7C0"/>
                </a:solidFill>
              </a:rPr>
              <a:t>raw JSON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2044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298448"/>
            <a:ext cx="1508760" cy="914400"/>
          </a:xfrm>
          <a:prstGeom prst="rect">
            <a:avLst/>
          </a:prstGeom>
          <a:solidFill>
            <a:srgbClr val="0D26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3533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</a:rPr>
              <a:t>Extractor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</a:rPr>
              <a:t>+ Groq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17556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7C0"/>
                </a:solidFill>
              </a:rPr>
              <a:t>decisions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5780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1298448"/>
            <a:ext cx="1508760" cy="914400"/>
          </a:xfrm>
          <a:prstGeom prst="rect">
            <a:avLst/>
          </a:prstGeom>
          <a:solidFill>
            <a:srgbClr val="0D26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3533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</a:rPr>
              <a:t>ChromaDB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17556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7C0"/>
                </a:solidFill>
              </a:rPr>
              <a:t>vector memory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9516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1298448"/>
            <a:ext cx="1508760" cy="914400"/>
          </a:xfrm>
          <a:prstGeom prst="rect">
            <a:avLst/>
          </a:prstGeom>
          <a:solidFill>
            <a:srgbClr val="0D26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3533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</a:rPr>
              <a:t>Flask API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23760" y="17556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7C0"/>
                </a:solidFill>
              </a:rPr>
              <a:t>query + risk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40880" y="1298448"/>
            <a:ext cx="1691640" cy="2148840"/>
          </a:xfrm>
          <a:prstGeom prst="rect">
            <a:avLst/>
          </a:prstGeom>
          <a:solidFill>
            <a:srgbClr val="091D38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1298448"/>
            <a:ext cx="169164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37160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OpenClaw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WhatsApp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1755648"/>
            <a:ext cx="9144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API Surface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2834640"/>
            <a:ext cx="6400800" cy="347472"/>
          </a:xfrm>
          <a:prstGeom prst="rect">
            <a:avLst/>
          </a:prstGeom>
          <a:solidFill>
            <a:srgbClr val="0B1E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8529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/query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68880" y="28529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source-backed answer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28529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47"/>
                </a:solidFill>
              </a:rPr>
              <a:t>Search page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255264"/>
            <a:ext cx="640080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273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/knowledge-map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68880" y="3273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relationship graph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32735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47"/>
                </a:solidFill>
              </a:rPr>
              <a:t>Map page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3675888"/>
            <a:ext cx="6400800" cy="347472"/>
          </a:xfrm>
          <a:prstGeom prst="rect">
            <a:avLst/>
          </a:prstGeom>
          <a:solidFill>
            <a:srgbClr val="0B1E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6941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/bus-factor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68880" y="3694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ownership risk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369417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47"/>
                </a:solidFill>
              </a:rPr>
              <a:t>Risk page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4096512"/>
            <a:ext cx="640080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114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/simulate-change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468880" y="4114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proactive alert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4114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47"/>
                </a:solidFill>
              </a:rPr>
              <a:t>WhatsApp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Demo runs locally: ChromaDB persists memory, Flask serves API, ngrok exposes port 5001 when needed.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" y="4919472"/>
            <a:ext cx="8321040" cy="0"/>
          </a:xfrm>
          <a:prstGeom prst="line">
            <a:avLst/>
          </a:prstGeom>
          <a:noFill/>
          <a:ln w="1016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5A80"/>
                </a:solidFill>
              </a:rPr>
              <a:t>KnowledgeClaw  ·  Phase 2 Submission  ·  Akshit + Ishita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06  TECHNICAL DEPTH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Every answer carries metadata, not just generated text.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206240" cy="2377440"/>
          </a:xfrm>
          <a:prstGeom prst="rect">
            <a:avLst/>
          </a:prstGeom>
          <a:solidFill>
            <a:srgbClr val="06192E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Memory Schema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73736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0992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173736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9397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459736"/>
            <a:ext cx="173736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47802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173736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6207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0" y="1691640"/>
            <a:ext cx="173736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70992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2075688"/>
            <a:ext cx="173736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09397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0" y="2459736"/>
            <a:ext cx="173736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247802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0" y="2843784"/>
            <a:ext cx="173736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286207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retrieval_score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3886200" cy="8229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188720"/>
            <a:ext cx="54864" cy="8229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243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⚙️  Retrieval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56048" y="15544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ChromaDB query returns the closest memories with source metadata for full traceability.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167128"/>
            <a:ext cx="3886200" cy="8229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167128"/>
            <a:ext cx="54864" cy="8229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221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🧠  Reasoning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56048" y="25328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Groq summarizes only from retrieved memory — no hallucination. Falls back safely when needed.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145536"/>
            <a:ext cx="3886200" cy="8229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145536"/>
            <a:ext cx="54864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200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📲  Action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56048" y="35112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OpenClaw CLI sends proactive WhatsApp alerts with retry handling and delivery confirmation.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919472"/>
            <a:ext cx="8321040" cy="0"/>
          </a:xfrm>
          <a:prstGeom prst="line">
            <a:avLst/>
          </a:prstGeom>
          <a:noFill/>
          <a:ln w="1016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5A80"/>
                </a:solidFill>
              </a:rPr>
              <a:t>KnowledgeClaw  ·  Phase 2 Submission  ·  Akshit + Ishita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07  DEMO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live demo has visible proof points judges can verify.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06040" cy="1325880"/>
          </a:xfrm>
          <a:prstGeom prst="rect">
            <a:avLst/>
          </a:prstGeom>
          <a:solidFill>
            <a:srgbClr val="0F204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</a:rPr>
              <a:t>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Critical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7C0"/>
                </a:solidFill>
              </a:rPr>
              <a:t>Authentication, API Gateway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261872"/>
            <a:ext cx="2606040" cy="1325880"/>
          </a:xfrm>
          <a:prstGeom prst="rect">
            <a:avLst/>
          </a:prstGeom>
          <a:solidFill>
            <a:srgbClr val="0F2040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347"/>
                </a:solidFill>
              </a:rPr>
              <a:t>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91840" y="1938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7C0"/>
                </a:solidFill>
              </a:rPr>
              <a:t>Payments, DB Schema + 4 more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261872"/>
            <a:ext cx="2606040" cy="1325880"/>
          </a:xfrm>
          <a:prstGeom prst="rect">
            <a:avLst/>
          </a:prstGeom>
          <a:solidFill>
            <a:srgbClr val="0F204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AA"/>
                </a:solidFill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72200" y="1938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7C0"/>
                </a:solidFill>
              </a:rPr>
              <a:t>No module is fully safe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816352"/>
            <a:ext cx="5120640" cy="1572768"/>
          </a:xfrm>
          <a:prstGeom prst="rect">
            <a:avLst/>
          </a:prstGeom>
          <a:solidFill>
            <a:srgbClr val="0A2A18"/>
          </a:solidFill>
          <a:ln w="19050">
            <a:solidFill>
              <a:srgbClr val="25D3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816352"/>
            <a:ext cx="5120640" cy="4572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8036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D366"/>
                </a:solidFill>
              </a:rPr>
              <a:t>📲  KnowledgeClaw Alert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2552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File: auth/middleware.js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547872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CF0"/>
                </a:solidFill>
              </a:rPr>
              <a:t>"Before changing auth/middleware.js, you should know: Akshit chose JWT because mobile needed stateless auth across services. Source: PR #42, 2025-10-14."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60720" y="2816352"/>
            <a:ext cx="2971800" cy="1572768"/>
          </a:xfrm>
          <a:prstGeom prst="rect">
            <a:avLst/>
          </a:prstGeom>
          <a:solidFill>
            <a:srgbClr val="0A2A18"/>
          </a:solidFill>
          <a:ln w="19050">
            <a:solidFill>
              <a:srgbClr val="25D3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760720" y="3429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D366"/>
                </a:solidFill>
              </a:rPr>
              <a:t>WhatsApp sent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D366"/>
                </a:solidFill>
              </a:rPr>
              <a:t>successfully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40690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7C0"/>
                </a:solidFill>
              </a:rPr>
              <a:t>Live proof verified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919472"/>
            <a:ext cx="8321040" cy="0"/>
          </a:xfrm>
          <a:prstGeom prst="line">
            <a:avLst/>
          </a:prstGeom>
          <a:noFill/>
          <a:ln w="1016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5A80"/>
                </a:solidFill>
              </a:rPr>
              <a:t>KnowledgeClaw  ·  Phase 2 Submission  ·  Akshit + Ishita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08  OPENCLAW FIT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KnowledgeClaw is shaped like an OpenClaw teammate.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0"/>
                </a:solidFill>
              </a:rPr>
              <a:t>Durable memory · Skill instructions · Heartbeat behavior · Channel beyond the dashboard.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4023360" cy="13258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36192"/>
            <a:ext cx="64008" cy="13258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📄  KnowledgeClaw.skill.md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Describes assistant behavior and how it queries the backend for source-backed answers.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536192"/>
            <a:ext cx="4023360" cy="13258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536192"/>
            <a:ext cx="64008" cy="13258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</a:rPr>
              <a:t>🧠  MEMORY.md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Captures durable project facts and demo context that persist across assistant restarts.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44952"/>
            <a:ext cx="4023360" cy="13258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44952"/>
            <a:ext cx="64008" cy="1325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36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💓  HEARTBEAT.md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Frames proactive warnings before risky edits — the system acts before it is asked.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044952"/>
            <a:ext cx="4023360" cy="13258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44952"/>
            <a:ext cx="64008" cy="13258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136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D366"/>
                </a:solidFill>
              </a:rPr>
              <a:t>📲  WhatsApp Gateway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CF0"/>
                </a:solidFill>
              </a:rPr>
              <a:t>Status: linked · running · connected. The alert channel reaches developers outside the dashboard.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919472"/>
            <a:ext cx="8321040" cy="0"/>
          </a:xfrm>
          <a:prstGeom prst="line">
            <a:avLst/>
          </a:prstGeom>
          <a:noFill/>
          <a:ln w="1016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5A80"/>
                </a:solidFill>
              </a:rPr>
              <a:t>KnowledgeClaw  ·  Phase 2 Submission  ·  Akshit + Ishita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KnowledgeClaw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D4AA"/>
                </a:solidFill>
              </a:rPr>
              <a:t>turns AI from a helper into a team memory layer.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2697480" cy="1005840"/>
          </a:xfrm>
          <a:prstGeom prst="rect">
            <a:avLst/>
          </a:prstGeom>
          <a:solidFill>
            <a:srgbClr val="0D26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600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For developers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" y="1956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Ask why code is built a certain way before changing it.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536192"/>
            <a:ext cx="2697480" cy="1005840"/>
          </a:xfrm>
          <a:prstGeom prst="rect">
            <a:avLst/>
          </a:prstGeom>
          <a:solidFill>
            <a:srgbClr val="0D26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600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For leads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1956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See where decision ownership is concentrated and risky.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536192"/>
            <a:ext cx="2697480" cy="1005840"/>
          </a:xfrm>
          <a:prstGeom prst="rect">
            <a:avLst/>
          </a:prstGeom>
          <a:solidFill>
            <a:srgbClr val="0D26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3368" y="1600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For teams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73368" y="1956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CF0"/>
                </a:solidFill>
              </a:rPr>
              <a:t>Preserve context across handoffs, onboarding, and reviews.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229600" cy="1188720"/>
          </a:xfrm>
          <a:prstGeom prst="rect">
            <a:avLst/>
          </a:prstGeom>
          <a:solidFill>
            <a:srgbClr val="06192E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7614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✅  What ships in Phase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1455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CF0"/>
                </a:solidFill>
              </a:rPr>
              <a:t>React UI  ·  Flask API  ·  ChromaDB memory  ·  Groq answers  ·  OpenClaw WhatsApp alert  ·  README  ·  AI Disclosure  ·  Demo script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822960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00507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</a:rPr>
              <a:t>Next  →  Richer GitHub ingestion · Team-level permissioning · Real editor hooks · More channels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</a:rPr>
              <a:t>Ready for GitHub + video submission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KnowledgeClaw – Phase 2 Submission</dc:title>
  <dc:subject>PptxGenJS Presentation</dc:subject>
  <dc:creator>Akshit + Ishita</dc:creator>
  <cp:lastModifiedBy>Akshit + Ishita</cp:lastModifiedBy>
  <cp:revision>1</cp:revision>
  <dcterms:created xsi:type="dcterms:W3CDTF">2026-05-07T18:14:56Z</dcterms:created>
  <dcterms:modified xsi:type="dcterms:W3CDTF">2026-05-07T18:14:56Z</dcterms:modified>
</cp:coreProperties>
</file>